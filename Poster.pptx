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handoutMasterIdLst>
    <p:handoutMasterId r:id="rId4"/>
  </p:handoutMasterIdLst>
  <p:sldIdLst>
    <p:sldId id="256" r:id="rId2"/>
  </p:sldIdLst>
  <p:sldSz cx="36576000" cy="42794238"/>
  <p:notesSz cx="6858000" cy="9144000"/>
  <p:defaultTextStyle>
    <a:defPPr>
      <a:defRPr lang="en-US"/>
    </a:defPPr>
    <a:lvl1pPr marL="0" algn="l" defTabSz="3629431" rtl="0" eaLnBrk="1" latinLnBrk="0" hangingPunct="1">
      <a:defRPr sz="7300" kern="1200">
        <a:solidFill>
          <a:schemeClr val="tx1"/>
        </a:solidFill>
        <a:latin typeface="+mn-lt"/>
        <a:ea typeface="+mn-ea"/>
        <a:cs typeface="+mn-cs"/>
      </a:defRPr>
    </a:lvl1pPr>
    <a:lvl2pPr marL="1814713" algn="l" defTabSz="3629431" rtl="0" eaLnBrk="1" latinLnBrk="0" hangingPunct="1">
      <a:defRPr sz="7300" kern="1200">
        <a:solidFill>
          <a:schemeClr val="tx1"/>
        </a:solidFill>
        <a:latin typeface="+mn-lt"/>
        <a:ea typeface="+mn-ea"/>
        <a:cs typeface="+mn-cs"/>
      </a:defRPr>
    </a:lvl2pPr>
    <a:lvl3pPr marL="3629431" algn="l" defTabSz="3629431" rtl="0" eaLnBrk="1" latinLnBrk="0" hangingPunct="1">
      <a:defRPr sz="7300" kern="1200">
        <a:solidFill>
          <a:schemeClr val="tx1"/>
        </a:solidFill>
        <a:latin typeface="+mn-lt"/>
        <a:ea typeface="+mn-ea"/>
        <a:cs typeface="+mn-cs"/>
      </a:defRPr>
    </a:lvl3pPr>
    <a:lvl4pPr marL="5444149" algn="l" defTabSz="3629431" rtl="0" eaLnBrk="1" latinLnBrk="0" hangingPunct="1">
      <a:defRPr sz="7300" kern="1200">
        <a:solidFill>
          <a:schemeClr val="tx1"/>
        </a:solidFill>
        <a:latin typeface="+mn-lt"/>
        <a:ea typeface="+mn-ea"/>
        <a:cs typeface="+mn-cs"/>
      </a:defRPr>
    </a:lvl4pPr>
    <a:lvl5pPr marL="7258866" algn="l" defTabSz="3629431" rtl="0" eaLnBrk="1" latinLnBrk="0" hangingPunct="1">
      <a:defRPr sz="7300" kern="1200">
        <a:solidFill>
          <a:schemeClr val="tx1"/>
        </a:solidFill>
        <a:latin typeface="+mn-lt"/>
        <a:ea typeface="+mn-ea"/>
        <a:cs typeface="+mn-cs"/>
      </a:defRPr>
    </a:lvl5pPr>
    <a:lvl6pPr marL="9073583" algn="l" defTabSz="3629431" rtl="0" eaLnBrk="1" latinLnBrk="0" hangingPunct="1">
      <a:defRPr sz="7300" kern="1200">
        <a:solidFill>
          <a:schemeClr val="tx1"/>
        </a:solidFill>
        <a:latin typeface="+mn-lt"/>
        <a:ea typeface="+mn-ea"/>
        <a:cs typeface="+mn-cs"/>
      </a:defRPr>
    </a:lvl6pPr>
    <a:lvl7pPr marL="10888297" algn="l" defTabSz="3629431" rtl="0" eaLnBrk="1" latinLnBrk="0" hangingPunct="1">
      <a:defRPr sz="7300" kern="1200">
        <a:solidFill>
          <a:schemeClr val="tx1"/>
        </a:solidFill>
        <a:latin typeface="+mn-lt"/>
        <a:ea typeface="+mn-ea"/>
        <a:cs typeface="+mn-cs"/>
      </a:defRPr>
    </a:lvl7pPr>
    <a:lvl8pPr marL="12703014" algn="l" defTabSz="3629431" rtl="0" eaLnBrk="1" latinLnBrk="0" hangingPunct="1">
      <a:defRPr sz="7300" kern="1200">
        <a:solidFill>
          <a:schemeClr val="tx1"/>
        </a:solidFill>
        <a:latin typeface="+mn-lt"/>
        <a:ea typeface="+mn-ea"/>
        <a:cs typeface="+mn-cs"/>
      </a:defRPr>
    </a:lvl8pPr>
    <a:lvl9pPr marL="14517731" algn="l" defTabSz="3629431" rtl="0" eaLnBrk="1" latinLnBrk="0" hangingPunct="1">
      <a:defRPr sz="7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79">
          <p15:clr>
            <a:srgbClr val="A4A3A4"/>
          </p15:clr>
        </p15:guide>
        <p15:guide id="2" pos="115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0A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24" autoAdjust="0"/>
  </p:normalViewPr>
  <p:slideViewPr>
    <p:cSldViewPr>
      <p:cViewPr>
        <p:scale>
          <a:sx n="25" d="100"/>
          <a:sy n="25" d="100"/>
        </p:scale>
        <p:origin x="950" y="-3082"/>
      </p:cViewPr>
      <p:guideLst>
        <p:guide orient="horz" pos="13479"/>
        <p:guide pos="11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emond Mireku" userId="10abb7ecb4824d9a" providerId="LiveId" clId="{010FDCE9-8434-4EB5-ADB8-3B3352336074}"/>
    <pc:docChg chg="modSld">
      <pc:chgData name="Rosemond Mireku" userId="10abb7ecb4824d9a" providerId="LiveId" clId="{010FDCE9-8434-4EB5-ADB8-3B3352336074}" dt="2024-09-02T06:57:00.025" v="34" actId="14100"/>
      <pc:docMkLst>
        <pc:docMk/>
      </pc:docMkLst>
      <pc:sldChg chg="addSp modSp mod">
        <pc:chgData name="Rosemond Mireku" userId="10abb7ecb4824d9a" providerId="LiveId" clId="{010FDCE9-8434-4EB5-ADB8-3B3352336074}" dt="2024-09-02T06:57:00.025" v="34" actId="14100"/>
        <pc:sldMkLst>
          <pc:docMk/>
          <pc:sldMk cId="0" sldId="256"/>
        </pc:sldMkLst>
        <pc:spChg chg="mod">
          <ac:chgData name="Rosemond Mireku" userId="10abb7ecb4824d9a" providerId="LiveId" clId="{010FDCE9-8434-4EB5-ADB8-3B3352336074}" dt="2024-08-30T12:20:10.289" v="0" actId="1076"/>
          <ac:spMkLst>
            <pc:docMk/>
            <pc:sldMk cId="0" sldId="256"/>
            <ac:spMk id="9" creationId="{00000000-0000-0000-0000-000000000000}"/>
          </ac:spMkLst>
        </pc:spChg>
        <pc:picChg chg="add mod">
          <ac:chgData name="Rosemond Mireku" userId="10abb7ecb4824d9a" providerId="LiveId" clId="{010FDCE9-8434-4EB5-ADB8-3B3352336074}" dt="2024-09-02T06:57:00.025" v="34" actId="14100"/>
          <ac:picMkLst>
            <pc:docMk/>
            <pc:sldMk cId="0" sldId="256"/>
            <ac:picMk id="3" creationId="{A51E12C3-4061-4A23-B18A-21BA4144417B}"/>
          </ac:picMkLst>
        </pc:picChg>
        <pc:picChg chg="add mod">
          <ac:chgData name="Rosemond Mireku" userId="10abb7ecb4824d9a" providerId="LiveId" clId="{010FDCE9-8434-4EB5-ADB8-3B3352336074}" dt="2024-09-02T06:55:05.896" v="22" actId="1076"/>
          <ac:picMkLst>
            <pc:docMk/>
            <pc:sldMk cId="0" sldId="256"/>
            <ac:picMk id="5" creationId="{1D6F21C0-A7D9-4C60-9C79-0B9849F34E35}"/>
          </ac:picMkLst>
        </pc:picChg>
        <pc:picChg chg="add mod">
          <ac:chgData name="Rosemond Mireku" userId="10abb7ecb4824d9a" providerId="LiveId" clId="{010FDCE9-8434-4EB5-ADB8-3B3352336074}" dt="2024-09-02T06:56:34.058" v="33" actId="1076"/>
          <ac:picMkLst>
            <pc:docMk/>
            <pc:sldMk cId="0" sldId="256"/>
            <ac:picMk id="10" creationId="{C361E140-9BCB-4E29-AA6C-302084B4732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3F8B33A-0256-45AB-91B1-D497A0D54CF6}" type="datetimeFigureOut">
              <a:rPr lang="en-US" smtClean="0"/>
              <a:t>9/3/2024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27B59A4-559A-4F9E-8A4F-553C1149B7C7}"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87273A-97B2-456F-BAED-EFF396099621}" type="datetimeFigureOut">
              <a:rPr lang="en-US" smtClean="0"/>
              <a:t>9/3/2024</a:t>
            </a:fld>
            <a:endParaRPr lang="en-US"/>
          </a:p>
        </p:txBody>
      </p:sp>
      <p:sp>
        <p:nvSpPr>
          <p:cNvPr id="4" name="Slide Image Placeholder 3"/>
          <p:cNvSpPr>
            <a:spLocks noGrp="1" noRot="1" noChangeAspect="1"/>
          </p:cNvSpPr>
          <p:nvPr>
            <p:ph type="sldImg" idx="2"/>
          </p:nvPr>
        </p:nvSpPr>
        <p:spPr>
          <a:xfrm>
            <a:off x="1963738" y="685800"/>
            <a:ext cx="29305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0A4AEB-2533-4028-8618-FDC2259306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3629431" rtl="0" eaLnBrk="1" latinLnBrk="0" hangingPunct="1">
      <a:defRPr sz="5000" kern="1200">
        <a:solidFill>
          <a:schemeClr val="tx1"/>
        </a:solidFill>
        <a:latin typeface="+mn-lt"/>
        <a:ea typeface="+mn-ea"/>
        <a:cs typeface="+mn-cs"/>
      </a:defRPr>
    </a:lvl1pPr>
    <a:lvl2pPr marL="1814713" algn="l" defTabSz="3629431" rtl="0" eaLnBrk="1" latinLnBrk="0" hangingPunct="1">
      <a:defRPr sz="5000" kern="1200">
        <a:solidFill>
          <a:schemeClr val="tx1"/>
        </a:solidFill>
        <a:latin typeface="+mn-lt"/>
        <a:ea typeface="+mn-ea"/>
        <a:cs typeface="+mn-cs"/>
      </a:defRPr>
    </a:lvl2pPr>
    <a:lvl3pPr marL="3629431" algn="l" defTabSz="3629431" rtl="0" eaLnBrk="1" latinLnBrk="0" hangingPunct="1">
      <a:defRPr sz="5000" kern="1200">
        <a:solidFill>
          <a:schemeClr val="tx1"/>
        </a:solidFill>
        <a:latin typeface="+mn-lt"/>
        <a:ea typeface="+mn-ea"/>
        <a:cs typeface="+mn-cs"/>
      </a:defRPr>
    </a:lvl3pPr>
    <a:lvl4pPr marL="5444149" algn="l" defTabSz="3629431" rtl="0" eaLnBrk="1" latinLnBrk="0" hangingPunct="1">
      <a:defRPr sz="5000" kern="1200">
        <a:solidFill>
          <a:schemeClr val="tx1"/>
        </a:solidFill>
        <a:latin typeface="+mn-lt"/>
        <a:ea typeface="+mn-ea"/>
        <a:cs typeface="+mn-cs"/>
      </a:defRPr>
    </a:lvl4pPr>
    <a:lvl5pPr marL="7258866" algn="l" defTabSz="3629431" rtl="0" eaLnBrk="1" latinLnBrk="0" hangingPunct="1">
      <a:defRPr sz="5000" kern="1200">
        <a:solidFill>
          <a:schemeClr val="tx1"/>
        </a:solidFill>
        <a:latin typeface="+mn-lt"/>
        <a:ea typeface="+mn-ea"/>
        <a:cs typeface="+mn-cs"/>
      </a:defRPr>
    </a:lvl5pPr>
    <a:lvl6pPr marL="9073583" algn="l" defTabSz="3629431" rtl="0" eaLnBrk="1" latinLnBrk="0" hangingPunct="1">
      <a:defRPr sz="5000" kern="1200">
        <a:solidFill>
          <a:schemeClr val="tx1"/>
        </a:solidFill>
        <a:latin typeface="+mn-lt"/>
        <a:ea typeface="+mn-ea"/>
        <a:cs typeface="+mn-cs"/>
      </a:defRPr>
    </a:lvl6pPr>
    <a:lvl7pPr marL="10888297" algn="l" defTabSz="3629431" rtl="0" eaLnBrk="1" latinLnBrk="0" hangingPunct="1">
      <a:defRPr sz="5000" kern="1200">
        <a:solidFill>
          <a:schemeClr val="tx1"/>
        </a:solidFill>
        <a:latin typeface="+mn-lt"/>
        <a:ea typeface="+mn-ea"/>
        <a:cs typeface="+mn-cs"/>
      </a:defRPr>
    </a:lvl7pPr>
    <a:lvl8pPr marL="12703014" algn="l" defTabSz="3629431" rtl="0" eaLnBrk="1" latinLnBrk="0" hangingPunct="1">
      <a:defRPr sz="5000" kern="1200">
        <a:solidFill>
          <a:schemeClr val="tx1"/>
        </a:solidFill>
        <a:latin typeface="+mn-lt"/>
        <a:ea typeface="+mn-ea"/>
        <a:cs typeface="+mn-cs"/>
      </a:defRPr>
    </a:lvl8pPr>
    <a:lvl9pPr marL="14517731" algn="l" defTabSz="3629431" rtl="0" eaLnBrk="1" latinLnBrk="0" hangingPunct="1">
      <a:defRPr sz="5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0A4AEB-2533-4028-8618-FDC2259306E6}"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1" y="13293966"/>
            <a:ext cx="31089600" cy="9173024"/>
          </a:xfrm>
        </p:spPr>
        <p:txBody>
          <a:bodyPr/>
          <a:lstStyle/>
          <a:p>
            <a:r>
              <a:rPr lang="en-US"/>
              <a:t>Click to edit Master title style</a:t>
            </a:r>
          </a:p>
        </p:txBody>
      </p:sp>
      <p:sp>
        <p:nvSpPr>
          <p:cNvPr id="3" name="Subtitle 2"/>
          <p:cNvSpPr>
            <a:spLocks noGrp="1"/>
          </p:cNvSpPr>
          <p:nvPr>
            <p:ph type="subTitle" idx="1"/>
          </p:nvPr>
        </p:nvSpPr>
        <p:spPr>
          <a:xfrm>
            <a:off x="5486403" y="24250072"/>
            <a:ext cx="25603201" cy="10936305"/>
          </a:xfrm>
        </p:spPr>
        <p:txBody>
          <a:bodyPr/>
          <a:lstStyle>
            <a:lvl1pPr marL="0" indent="0" algn="ctr">
              <a:buNone/>
              <a:defRPr>
                <a:solidFill>
                  <a:schemeClr val="tx1">
                    <a:tint val="75000"/>
                  </a:schemeClr>
                </a:solidFill>
              </a:defRPr>
            </a:lvl1pPr>
            <a:lvl2pPr marL="2087071" indent="0" algn="ctr">
              <a:buNone/>
              <a:defRPr>
                <a:solidFill>
                  <a:schemeClr val="tx1">
                    <a:tint val="75000"/>
                  </a:schemeClr>
                </a:solidFill>
              </a:defRPr>
            </a:lvl2pPr>
            <a:lvl3pPr marL="4174143" indent="0" algn="ctr">
              <a:buNone/>
              <a:defRPr>
                <a:solidFill>
                  <a:schemeClr val="tx1">
                    <a:tint val="75000"/>
                  </a:schemeClr>
                </a:solidFill>
              </a:defRPr>
            </a:lvl3pPr>
            <a:lvl4pPr marL="6261216" indent="0" algn="ctr">
              <a:buNone/>
              <a:defRPr>
                <a:solidFill>
                  <a:schemeClr val="tx1">
                    <a:tint val="75000"/>
                  </a:schemeClr>
                </a:solidFill>
              </a:defRPr>
            </a:lvl4pPr>
            <a:lvl5pPr marL="8348287" indent="0" algn="ctr">
              <a:buNone/>
              <a:defRPr>
                <a:solidFill>
                  <a:schemeClr val="tx1">
                    <a:tint val="75000"/>
                  </a:schemeClr>
                </a:solidFill>
              </a:defRPr>
            </a:lvl5pPr>
            <a:lvl6pPr marL="10435358" indent="0" algn="ctr">
              <a:buNone/>
              <a:defRPr>
                <a:solidFill>
                  <a:schemeClr val="tx1">
                    <a:tint val="75000"/>
                  </a:schemeClr>
                </a:solidFill>
              </a:defRPr>
            </a:lvl6pPr>
            <a:lvl7pPr marL="12522429" indent="0" algn="ctr">
              <a:buNone/>
              <a:defRPr>
                <a:solidFill>
                  <a:schemeClr val="tx1">
                    <a:tint val="75000"/>
                  </a:schemeClr>
                </a:solidFill>
              </a:defRPr>
            </a:lvl7pPr>
            <a:lvl8pPr marL="14609497" indent="0" algn="ctr">
              <a:buNone/>
              <a:defRPr>
                <a:solidFill>
                  <a:schemeClr val="tx1">
                    <a:tint val="75000"/>
                  </a:schemeClr>
                </a:solidFill>
              </a:defRPr>
            </a:lvl8pPr>
            <a:lvl9pPr marL="1669656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DF1516-EB0B-4CA6-9C34-9CCF265DD781}"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F1516-EB0B-4CA6-9C34-9CCF265DD781}"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89252" y="27499271"/>
            <a:ext cx="31089600" cy="8499411"/>
          </a:xfrm>
        </p:spPr>
        <p:txBody>
          <a:bodyPr anchor="t"/>
          <a:lstStyle>
            <a:lvl1pPr algn="l">
              <a:defRPr sz="18300" b="1" cap="all"/>
            </a:lvl1pPr>
          </a:lstStyle>
          <a:p>
            <a:r>
              <a:rPr lang="en-US"/>
              <a:t>Click to edit Master title style</a:t>
            </a:r>
          </a:p>
        </p:txBody>
      </p:sp>
      <p:sp>
        <p:nvSpPr>
          <p:cNvPr id="3" name="Text Placeholder 2"/>
          <p:cNvSpPr>
            <a:spLocks noGrp="1"/>
          </p:cNvSpPr>
          <p:nvPr>
            <p:ph type="body" idx="1"/>
          </p:nvPr>
        </p:nvSpPr>
        <p:spPr>
          <a:xfrm>
            <a:off x="2889252" y="18138046"/>
            <a:ext cx="31089600" cy="9361236"/>
          </a:xfrm>
        </p:spPr>
        <p:txBody>
          <a:bodyPr anchor="b"/>
          <a:lstStyle>
            <a:lvl1pPr marL="0" indent="0">
              <a:buNone/>
              <a:defRPr sz="9100">
                <a:solidFill>
                  <a:schemeClr val="tx1">
                    <a:tint val="75000"/>
                  </a:schemeClr>
                </a:solidFill>
              </a:defRPr>
            </a:lvl1pPr>
            <a:lvl2pPr marL="2087071" indent="0">
              <a:buNone/>
              <a:defRPr sz="8200">
                <a:solidFill>
                  <a:schemeClr val="tx1">
                    <a:tint val="75000"/>
                  </a:schemeClr>
                </a:solidFill>
              </a:defRPr>
            </a:lvl2pPr>
            <a:lvl3pPr marL="4174143" indent="0">
              <a:buNone/>
              <a:defRPr sz="7300">
                <a:solidFill>
                  <a:schemeClr val="tx1">
                    <a:tint val="75000"/>
                  </a:schemeClr>
                </a:solidFill>
              </a:defRPr>
            </a:lvl3pPr>
            <a:lvl4pPr marL="6261216" indent="0">
              <a:buNone/>
              <a:defRPr sz="6400">
                <a:solidFill>
                  <a:schemeClr val="tx1">
                    <a:tint val="75000"/>
                  </a:schemeClr>
                </a:solidFill>
              </a:defRPr>
            </a:lvl4pPr>
            <a:lvl5pPr marL="8348287" indent="0">
              <a:buNone/>
              <a:defRPr sz="6400">
                <a:solidFill>
                  <a:schemeClr val="tx1">
                    <a:tint val="75000"/>
                  </a:schemeClr>
                </a:solidFill>
              </a:defRPr>
            </a:lvl5pPr>
            <a:lvl6pPr marL="10435358" indent="0">
              <a:buNone/>
              <a:defRPr sz="6400">
                <a:solidFill>
                  <a:schemeClr val="tx1">
                    <a:tint val="75000"/>
                  </a:schemeClr>
                </a:solidFill>
              </a:defRPr>
            </a:lvl6pPr>
            <a:lvl7pPr marL="12522429" indent="0">
              <a:buNone/>
              <a:defRPr sz="6400">
                <a:solidFill>
                  <a:schemeClr val="tx1">
                    <a:tint val="75000"/>
                  </a:schemeClr>
                </a:solidFill>
              </a:defRPr>
            </a:lvl7pPr>
            <a:lvl8pPr marL="14609497" indent="0">
              <a:buNone/>
              <a:defRPr sz="6400">
                <a:solidFill>
                  <a:schemeClr val="tx1">
                    <a:tint val="75000"/>
                  </a:schemeClr>
                </a:solidFill>
              </a:defRPr>
            </a:lvl8pPr>
            <a:lvl9pPr marL="16696569"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F1516-EB0B-4CA6-9C34-9CCF265DD781}"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1608" y="13313774"/>
            <a:ext cx="12039600" cy="37652989"/>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4020808" y="13313774"/>
            <a:ext cx="12039600" cy="37652989"/>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DF1516-EB0B-4CA6-9C34-9CCF265DD781}"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28803" y="1713759"/>
            <a:ext cx="32918401" cy="7132373"/>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828808" y="9579179"/>
            <a:ext cx="16160752" cy="3992145"/>
          </a:xfrm>
        </p:spPr>
        <p:txBody>
          <a:bodyPr anchor="b"/>
          <a:lstStyle>
            <a:lvl1pPr marL="0" indent="0">
              <a:buNone/>
              <a:defRPr sz="11000" b="1"/>
            </a:lvl1pPr>
            <a:lvl2pPr marL="2087071" indent="0">
              <a:buNone/>
              <a:defRPr sz="9100" b="1"/>
            </a:lvl2pPr>
            <a:lvl3pPr marL="4174143" indent="0">
              <a:buNone/>
              <a:defRPr sz="8200" b="1"/>
            </a:lvl3pPr>
            <a:lvl4pPr marL="6261216" indent="0">
              <a:buNone/>
              <a:defRPr sz="7300" b="1"/>
            </a:lvl4pPr>
            <a:lvl5pPr marL="8348287" indent="0">
              <a:buNone/>
              <a:defRPr sz="7300" b="1"/>
            </a:lvl5pPr>
            <a:lvl6pPr marL="10435358" indent="0">
              <a:buNone/>
              <a:defRPr sz="7300" b="1"/>
            </a:lvl6pPr>
            <a:lvl7pPr marL="12522429" indent="0">
              <a:buNone/>
              <a:defRPr sz="7300" b="1"/>
            </a:lvl7pPr>
            <a:lvl8pPr marL="14609497" indent="0">
              <a:buNone/>
              <a:defRPr sz="7300" b="1"/>
            </a:lvl8pPr>
            <a:lvl9pPr marL="16696569" indent="0">
              <a:buNone/>
              <a:defRPr sz="7300" b="1"/>
            </a:lvl9pPr>
          </a:lstStyle>
          <a:p>
            <a:pPr lvl="0"/>
            <a:r>
              <a:rPr lang="en-US"/>
              <a:t>Click to edit Master text styles</a:t>
            </a:r>
          </a:p>
        </p:txBody>
      </p:sp>
      <p:sp>
        <p:nvSpPr>
          <p:cNvPr id="4" name="Content Placeholder 3"/>
          <p:cNvSpPr>
            <a:spLocks noGrp="1"/>
          </p:cNvSpPr>
          <p:nvPr>
            <p:ph sz="half" idx="2"/>
          </p:nvPr>
        </p:nvSpPr>
        <p:spPr>
          <a:xfrm>
            <a:off x="1828808" y="13571321"/>
            <a:ext cx="16160752" cy="24656220"/>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580114" y="9579179"/>
            <a:ext cx="16167101" cy="3992145"/>
          </a:xfrm>
        </p:spPr>
        <p:txBody>
          <a:bodyPr anchor="b"/>
          <a:lstStyle>
            <a:lvl1pPr marL="0" indent="0">
              <a:buNone/>
              <a:defRPr sz="11000" b="1"/>
            </a:lvl1pPr>
            <a:lvl2pPr marL="2087071" indent="0">
              <a:buNone/>
              <a:defRPr sz="9100" b="1"/>
            </a:lvl2pPr>
            <a:lvl3pPr marL="4174143" indent="0">
              <a:buNone/>
              <a:defRPr sz="8200" b="1"/>
            </a:lvl3pPr>
            <a:lvl4pPr marL="6261216" indent="0">
              <a:buNone/>
              <a:defRPr sz="7300" b="1"/>
            </a:lvl4pPr>
            <a:lvl5pPr marL="8348287" indent="0">
              <a:buNone/>
              <a:defRPr sz="7300" b="1"/>
            </a:lvl5pPr>
            <a:lvl6pPr marL="10435358" indent="0">
              <a:buNone/>
              <a:defRPr sz="7300" b="1"/>
            </a:lvl6pPr>
            <a:lvl7pPr marL="12522429" indent="0">
              <a:buNone/>
              <a:defRPr sz="7300" b="1"/>
            </a:lvl7pPr>
            <a:lvl8pPr marL="14609497" indent="0">
              <a:buNone/>
              <a:defRPr sz="7300" b="1"/>
            </a:lvl8pPr>
            <a:lvl9pPr marL="16696569" indent="0">
              <a:buNone/>
              <a:defRPr sz="7300" b="1"/>
            </a:lvl9pPr>
          </a:lstStyle>
          <a:p>
            <a:pPr lvl="0"/>
            <a:r>
              <a:rPr lang="en-US"/>
              <a:t>Click to edit Master text styles</a:t>
            </a:r>
          </a:p>
        </p:txBody>
      </p:sp>
      <p:sp>
        <p:nvSpPr>
          <p:cNvPr id="6" name="Content Placeholder 5"/>
          <p:cNvSpPr>
            <a:spLocks noGrp="1"/>
          </p:cNvSpPr>
          <p:nvPr>
            <p:ph sz="quarter" idx="4"/>
          </p:nvPr>
        </p:nvSpPr>
        <p:spPr>
          <a:xfrm>
            <a:off x="18580114" y="13571321"/>
            <a:ext cx="16167101" cy="24656220"/>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DF1516-EB0B-4CA6-9C34-9CCF265DD781}" type="datetimeFigureOut">
              <a:rPr lang="en-US" smtClean="0"/>
              <a:t>9/3/2024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DF1516-EB0B-4CA6-9C34-9CCF265DD781}" type="datetimeFigureOut">
              <a:rPr lang="en-US" smtClean="0"/>
              <a:t>9/3/2024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F1516-EB0B-4CA6-9C34-9CCF265DD781}" type="datetimeFigureOut">
              <a:rPr lang="en-US" smtClean="0"/>
              <a:t>9/3/2024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15" y="1703845"/>
            <a:ext cx="12033252" cy="7251246"/>
          </a:xfrm>
        </p:spPr>
        <p:txBody>
          <a:bodyPr anchor="b"/>
          <a:lstStyle>
            <a:lvl1pPr algn="l">
              <a:defRPr sz="9100" b="1"/>
            </a:lvl1pPr>
          </a:lstStyle>
          <a:p>
            <a:r>
              <a:rPr lang="en-US"/>
              <a:t>Click to edit Master title style</a:t>
            </a:r>
          </a:p>
        </p:txBody>
      </p:sp>
      <p:sp>
        <p:nvSpPr>
          <p:cNvPr id="3" name="Content Placeholder 2"/>
          <p:cNvSpPr>
            <a:spLocks noGrp="1"/>
          </p:cNvSpPr>
          <p:nvPr>
            <p:ph idx="1"/>
          </p:nvPr>
        </p:nvSpPr>
        <p:spPr>
          <a:xfrm>
            <a:off x="14300213" y="1703871"/>
            <a:ext cx="20447004" cy="36523697"/>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828815" y="8955117"/>
            <a:ext cx="12033252" cy="29272451"/>
          </a:xfrm>
        </p:spPr>
        <p:txBody>
          <a:bodyPr/>
          <a:lstStyle>
            <a:lvl1pPr marL="0" indent="0">
              <a:buNone/>
              <a:defRPr sz="6400"/>
            </a:lvl1pPr>
            <a:lvl2pPr marL="2087071" indent="0">
              <a:buNone/>
              <a:defRPr sz="5500"/>
            </a:lvl2pPr>
            <a:lvl3pPr marL="4174143" indent="0">
              <a:buNone/>
              <a:defRPr sz="4600"/>
            </a:lvl3pPr>
            <a:lvl4pPr marL="6261216" indent="0">
              <a:buNone/>
              <a:defRPr sz="4100"/>
            </a:lvl4pPr>
            <a:lvl5pPr marL="8348287" indent="0">
              <a:buNone/>
              <a:defRPr sz="4100"/>
            </a:lvl5pPr>
            <a:lvl6pPr marL="10435358" indent="0">
              <a:buNone/>
              <a:defRPr sz="4100"/>
            </a:lvl6pPr>
            <a:lvl7pPr marL="12522429" indent="0">
              <a:buNone/>
              <a:defRPr sz="4100"/>
            </a:lvl7pPr>
            <a:lvl8pPr marL="14609497" indent="0">
              <a:buNone/>
              <a:defRPr sz="4100"/>
            </a:lvl8pPr>
            <a:lvl9pPr marL="16696569"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9EDF1516-EB0B-4CA6-9C34-9CCF265DD781}"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169152" y="29955978"/>
            <a:ext cx="21945600" cy="3536471"/>
          </a:xfrm>
        </p:spPr>
        <p:txBody>
          <a:bodyPr anchor="b"/>
          <a:lstStyle>
            <a:lvl1pPr algn="l">
              <a:defRPr sz="9100" b="1"/>
            </a:lvl1pPr>
          </a:lstStyle>
          <a:p>
            <a:r>
              <a:rPr lang="en-US"/>
              <a:t>Click to edit Master title style</a:t>
            </a:r>
          </a:p>
        </p:txBody>
      </p:sp>
      <p:sp>
        <p:nvSpPr>
          <p:cNvPr id="3" name="Picture Placeholder 2"/>
          <p:cNvSpPr>
            <a:spLocks noGrp="1"/>
          </p:cNvSpPr>
          <p:nvPr>
            <p:ph type="pic" idx="1"/>
          </p:nvPr>
        </p:nvSpPr>
        <p:spPr>
          <a:xfrm>
            <a:off x="7169152" y="3823746"/>
            <a:ext cx="21945600" cy="25676543"/>
          </a:xfrm>
        </p:spPr>
        <p:txBody>
          <a:bodyPr/>
          <a:lstStyle>
            <a:lvl1pPr marL="0" indent="0">
              <a:buNone/>
              <a:defRPr sz="14600"/>
            </a:lvl1pPr>
            <a:lvl2pPr marL="2087071" indent="0">
              <a:buNone/>
              <a:defRPr sz="12800"/>
            </a:lvl2pPr>
            <a:lvl3pPr marL="4174143" indent="0">
              <a:buNone/>
              <a:defRPr sz="11000"/>
            </a:lvl3pPr>
            <a:lvl4pPr marL="6261216" indent="0">
              <a:buNone/>
              <a:defRPr sz="9100"/>
            </a:lvl4pPr>
            <a:lvl5pPr marL="8348287" indent="0">
              <a:buNone/>
              <a:defRPr sz="9100"/>
            </a:lvl5pPr>
            <a:lvl6pPr marL="10435358" indent="0">
              <a:buNone/>
              <a:defRPr sz="9100"/>
            </a:lvl6pPr>
            <a:lvl7pPr marL="12522429" indent="0">
              <a:buNone/>
              <a:defRPr sz="9100"/>
            </a:lvl7pPr>
            <a:lvl8pPr marL="14609497" indent="0">
              <a:buNone/>
              <a:defRPr sz="9100"/>
            </a:lvl8pPr>
            <a:lvl9pPr marL="16696569" indent="0">
              <a:buNone/>
              <a:defRPr sz="9100"/>
            </a:lvl9pPr>
          </a:lstStyle>
          <a:p>
            <a:endParaRPr lang="en-US"/>
          </a:p>
        </p:txBody>
      </p:sp>
      <p:sp>
        <p:nvSpPr>
          <p:cNvPr id="4" name="Text Placeholder 3"/>
          <p:cNvSpPr>
            <a:spLocks noGrp="1"/>
          </p:cNvSpPr>
          <p:nvPr>
            <p:ph type="body" sz="half" idx="2"/>
          </p:nvPr>
        </p:nvSpPr>
        <p:spPr>
          <a:xfrm>
            <a:off x="7169152" y="33492444"/>
            <a:ext cx="21945600" cy="5022376"/>
          </a:xfrm>
        </p:spPr>
        <p:txBody>
          <a:bodyPr/>
          <a:lstStyle>
            <a:lvl1pPr marL="0" indent="0">
              <a:buNone/>
              <a:defRPr sz="6400"/>
            </a:lvl1pPr>
            <a:lvl2pPr marL="2087071" indent="0">
              <a:buNone/>
              <a:defRPr sz="5500"/>
            </a:lvl2pPr>
            <a:lvl3pPr marL="4174143" indent="0">
              <a:buNone/>
              <a:defRPr sz="4600"/>
            </a:lvl3pPr>
            <a:lvl4pPr marL="6261216" indent="0">
              <a:buNone/>
              <a:defRPr sz="4100"/>
            </a:lvl4pPr>
            <a:lvl5pPr marL="8348287" indent="0">
              <a:buNone/>
              <a:defRPr sz="4100"/>
            </a:lvl5pPr>
            <a:lvl6pPr marL="10435358" indent="0">
              <a:buNone/>
              <a:defRPr sz="4100"/>
            </a:lvl6pPr>
            <a:lvl7pPr marL="12522429" indent="0">
              <a:buNone/>
              <a:defRPr sz="4100"/>
            </a:lvl7pPr>
            <a:lvl8pPr marL="14609497" indent="0">
              <a:buNone/>
              <a:defRPr sz="4100"/>
            </a:lvl8pPr>
            <a:lvl9pPr marL="16696569" indent="0">
              <a:buNone/>
              <a:defRPr sz="4100"/>
            </a:lvl9pPr>
          </a:lstStyle>
          <a:p>
            <a:pPr lvl="0"/>
            <a:r>
              <a:rPr lang="en-US"/>
              <a:t>Click to edit Master text styles</a:t>
            </a:r>
          </a:p>
        </p:txBody>
      </p:sp>
      <p:sp>
        <p:nvSpPr>
          <p:cNvPr id="5" name="Date Placeholder 4"/>
          <p:cNvSpPr>
            <a:spLocks noGrp="1"/>
          </p:cNvSpPr>
          <p:nvPr>
            <p:ph type="dt" sz="half" idx="10"/>
          </p:nvPr>
        </p:nvSpPr>
        <p:spPr/>
        <p:txBody>
          <a:bodyPr/>
          <a:lstStyle/>
          <a:p>
            <a:fld id="{9EDF1516-EB0B-4CA6-9C34-9CCF265DD781}" type="datetimeFigureOut">
              <a:rPr lang="en-US" smtClean="0"/>
              <a:t>9/3/2024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F1516-EB0B-4CA6-9C34-9CCF265DD781}"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9888201" y="2288309"/>
            <a:ext cx="6172204" cy="4867844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1617" y="2288309"/>
            <a:ext cx="17907004" cy="4867844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F1516-EB0B-4CA6-9C34-9CCF265DD781}" type="datetimeFigureOut">
              <a:rPr lang="en-US" smtClean="0"/>
              <a:t>9/3/2024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C568A9-FAC0-4454-B6BC-C26B2BA96B5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t="20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3" y="1713759"/>
            <a:ext cx="32918401" cy="7132373"/>
          </a:xfrm>
          <a:prstGeom prst="rect">
            <a:avLst/>
          </a:prstGeom>
        </p:spPr>
        <p:txBody>
          <a:bodyPr vert="horz" lIns="417415" tIns="208708" rIns="417415" bIns="208708" rtlCol="0" anchor="ctr">
            <a:normAutofit/>
          </a:bodyPr>
          <a:lstStyle/>
          <a:p>
            <a:r>
              <a:rPr lang="en-US"/>
              <a:t>Click to edit Master title style</a:t>
            </a:r>
          </a:p>
        </p:txBody>
      </p:sp>
      <p:sp>
        <p:nvSpPr>
          <p:cNvPr id="3" name="Text Placeholder 2"/>
          <p:cNvSpPr>
            <a:spLocks noGrp="1"/>
          </p:cNvSpPr>
          <p:nvPr>
            <p:ph type="body" idx="1"/>
          </p:nvPr>
        </p:nvSpPr>
        <p:spPr>
          <a:xfrm>
            <a:off x="1828803" y="9985349"/>
            <a:ext cx="32918401" cy="28242219"/>
          </a:xfrm>
          <a:prstGeom prst="rect">
            <a:avLst/>
          </a:prstGeom>
        </p:spPr>
        <p:txBody>
          <a:bodyPr vert="horz" lIns="417415" tIns="208708" rIns="417415" bIns="2087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828800" y="39663946"/>
            <a:ext cx="8534400" cy="2278397"/>
          </a:xfrm>
          <a:prstGeom prst="rect">
            <a:avLst/>
          </a:prstGeom>
        </p:spPr>
        <p:txBody>
          <a:bodyPr vert="horz" lIns="417415" tIns="208708" rIns="417415" bIns="208708" rtlCol="0" anchor="ctr"/>
          <a:lstStyle>
            <a:lvl1pPr algn="l">
              <a:defRPr sz="5500">
                <a:solidFill>
                  <a:schemeClr val="tx1">
                    <a:tint val="75000"/>
                  </a:schemeClr>
                </a:solidFill>
              </a:defRPr>
            </a:lvl1pPr>
          </a:lstStyle>
          <a:p>
            <a:fld id="{9EDF1516-EB0B-4CA6-9C34-9CCF265DD781}" type="datetimeFigureOut">
              <a:rPr lang="en-US" smtClean="0"/>
              <a:t>9/3/2024</a:t>
            </a:fld>
            <a:endParaRPr lang="en-US"/>
          </a:p>
        </p:txBody>
      </p:sp>
      <p:sp>
        <p:nvSpPr>
          <p:cNvPr id="5" name="Footer Placeholder 4"/>
          <p:cNvSpPr>
            <a:spLocks noGrp="1"/>
          </p:cNvSpPr>
          <p:nvPr>
            <p:ph type="ftr" sz="quarter" idx="3"/>
          </p:nvPr>
        </p:nvSpPr>
        <p:spPr>
          <a:xfrm>
            <a:off x="12496801" y="39663946"/>
            <a:ext cx="11582400" cy="2278397"/>
          </a:xfrm>
          <a:prstGeom prst="rect">
            <a:avLst/>
          </a:prstGeom>
        </p:spPr>
        <p:txBody>
          <a:bodyPr vert="horz" lIns="417415" tIns="208708" rIns="417415" bIns="208708" rtlCol="0" anchor="ctr"/>
          <a:lstStyle>
            <a:lvl1pPr algn="ctr">
              <a:defRPr sz="5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6212800" y="39663946"/>
            <a:ext cx="8534400" cy="2278397"/>
          </a:xfrm>
          <a:prstGeom prst="rect">
            <a:avLst/>
          </a:prstGeom>
        </p:spPr>
        <p:txBody>
          <a:bodyPr vert="horz" lIns="417415" tIns="208708" rIns="417415" bIns="208708" rtlCol="0" anchor="ctr"/>
          <a:lstStyle>
            <a:lvl1pPr algn="r">
              <a:defRPr sz="5500">
                <a:solidFill>
                  <a:schemeClr val="tx1">
                    <a:tint val="75000"/>
                  </a:schemeClr>
                </a:solidFill>
              </a:defRPr>
            </a:lvl1pPr>
          </a:lstStyle>
          <a:p>
            <a:fld id="{E0C568A9-FAC0-4454-B6BC-C26B2BA96B5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4174143" rtl="0" eaLnBrk="1" latinLnBrk="0" hangingPunct="1">
        <a:spcBef>
          <a:spcPct val="0"/>
        </a:spcBef>
        <a:buNone/>
        <a:defRPr sz="20100" kern="1200">
          <a:solidFill>
            <a:schemeClr val="tx1"/>
          </a:solidFill>
          <a:latin typeface="+mj-lt"/>
          <a:ea typeface="+mj-ea"/>
          <a:cs typeface="+mj-cs"/>
        </a:defRPr>
      </a:lvl1pPr>
    </p:titleStyle>
    <p:bodyStyle>
      <a:lvl1pPr marL="1565305" indent="-1565305" algn="l" defTabSz="4174143"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1491" indent="-1304419" algn="l" defTabSz="4174143"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17677" indent="-1043533" algn="l" defTabSz="4174143"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4749"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1820"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78891"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65962"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53035"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0107" indent="-1043533" algn="l" defTabSz="4174143"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4143" rtl="0" eaLnBrk="1" latinLnBrk="0" hangingPunct="1">
        <a:defRPr sz="8200" kern="1200">
          <a:solidFill>
            <a:schemeClr val="tx1"/>
          </a:solidFill>
          <a:latin typeface="+mn-lt"/>
          <a:ea typeface="+mn-ea"/>
          <a:cs typeface="+mn-cs"/>
        </a:defRPr>
      </a:lvl1pPr>
      <a:lvl2pPr marL="2087071" algn="l" defTabSz="4174143" rtl="0" eaLnBrk="1" latinLnBrk="0" hangingPunct="1">
        <a:defRPr sz="8200" kern="1200">
          <a:solidFill>
            <a:schemeClr val="tx1"/>
          </a:solidFill>
          <a:latin typeface="+mn-lt"/>
          <a:ea typeface="+mn-ea"/>
          <a:cs typeface="+mn-cs"/>
        </a:defRPr>
      </a:lvl2pPr>
      <a:lvl3pPr marL="4174143" algn="l" defTabSz="4174143" rtl="0" eaLnBrk="1" latinLnBrk="0" hangingPunct="1">
        <a:defRPr sz="8200" kern="1200">
          <a:solidFill>
            <a:schemeClr val="tx1"/>
          </a:solidFill>
          <a:latin typeface="+mn-lt"/>
          <a:ea typeface="+mn-ea"/>
          <a:cs typeface="+mn-cs"/>
        </a:defRPr>
      </a:lvl3pPr>
      <a:lvl4pPr marL="6261216" algn="l" defTabSz="4174143" rtl="0" eaLnBrk="1" latinLnBrk="0" hangingPunct="1">
        <a:defRPr sz="8200" kern="1200">
          <a:solidFill>
            <a:schemeClr val="tx1"/>
          </a:solidFill>
          <a:latin typeface="+mn-lt"/>
          <a:ea typeface="+mn-ea"/>
          <a:cs typeface="+mn-cs"/>
        </a:defRPr>
      </a:lvl4pPr>
      <a:lvl5pPr marL="8348287" algn="l" defTabSz="4174143" rtl="0" eaLnBrk="1" latinLnBrk="0" hangingPunct="1">
        <a:defRPr sz="8200" kern="1200">
          <a:solidFill>
            <a:schemeClr val="tx1"/>
          </a:solidFill>
          <a:latin typeface="+mn-lt"/>
          <a:ea typeface="+mn-ea"/>
          <a:cs typeface="+mn-cs"/>
        </a:defRPr>
      </a:lvl5pPr>
      <a:lvl6pPr marL="10435358" algn="l" defTabSz="4174143" rtl="0" eaLnBrk="1" latinLnBrk="0" hangingPunct="1">
        <a:defRPr sz="8200" kern="1200">
          <a:solidFill>
            <a:schemeClr val="tx1"/>
          </a:solidFill>
          <a:latin typeface="+mn-lt"/>
          <a:ea typeface="+mn-ea"/>
          <a:cs typeface="+mn-cs"/>
        </a:defRPr>
      </a:lvl6pPr>
      <a:lvl7pPr marL="12522429" algn="l" defTabSz="4174143" rtl="0" eaLnBrk="1" latinLnBrk="0" hangingPunct="1">
        <a:defRPr sz="8200" kern="1200">
          <a:solidFill>
            <a:schemeClr val="tx1"/>
          </a:solidFill>
          <a:latin typeface="+mn-lt"/>
          <a:ea typeface="+mn-ea"/>
          <a:cs typeface="+mn-cs"/>
        </a:defRPr>
      </a:lvl7pPr>
      <a:lvl8pPr marL="14609497" algn="l" defTabSz="4174143" rtl="0" eaLnBrk="1" latinLnBrk="0" hangingPunct="1">
        <a:defRPr sz="8200" kern="1200">
          <a:solidFill>
            <a:schemeClr val="tx1"/>
          </a:solidFill>
          <a:latin typeface="+mn-lt"/>
          <a:ea typeface="+mn-ea"/>
          <a:cs typeface="+mn-cs"/>
        </a:defRPr>
      </a:lvl8pPr>
      <a:lvl9pPr marL="16696569" algn="l" defTabSz="4174143"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eg"/><Relationship Id="rId7"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p:cNvSpPr/>
          <p:nvPr/>
        </p:nvSpPr>
        <p:spPr>
          <a:xfrm>
            <a:off x="233917" y="16452771"/>
            <a:ext cx="11049000" cy="16602948"/>
          </a:xfrm>
          <a:prstGeom prst="roundRect">
            <a:avLst/>
          </a:prstGeom>
        </p:spPr>
        <p:style>
          <a:lnRef idx="2">
            <a:schemeClr val="accent3"/>
          </a:lnRef>
          <a:fillRef idx="1">
            <a:schemeClr val="lt1"/>
          </a:fillRef>
          <a:effectRef idx="0">
            <a:schemeClr val="accent3"/>
          </a:effectRef>
          <a:fontRef idx="minor">
            <a:schemeClr val="dk1"/>
          </a:fontRef>
        </p:style>
        <p:txBody>
          <a:bodyPr lIns="91422" tIns="45713" rIns="91422" bIns="45713" rtlCol="0" anchor="t"/>
          <a:lstStyle/>
          <a:p>
            <a:pPr marL="457200" indent="-457200" algn="just">
              <a:buFont typeface="Arial" panose="020B0604020202020204" pitchFamily="34" charset="0"/>
              <a:buChar char="•"/>
            </a:pPr>
            <a:r>
              <a:rPr lang="en-US" sz="3200" b="1" dirty="0"/>
              <a:t>The foundation of communication in sign language is the representation of emotions through visual sign patterns (Arpita and </a:t>
            </a:r>
            <a:r>
              <a:rPr lang="en-US" sz="3200" b="1" dirty="0" err="1"/>
              <a:t>Arkshit</a:t>
            </a:r>
            <a:r>
              <a:rPr lang="en-US" sz="3200" b="1" dirty="0"/>
              <a:t>, 2021). Developing a sign language interpretation system is quite commendable as it affects the society greatly. While at this, we are inclusive and break the communication barriers between sign language users and those who do not understand it. This not only complies with accessibility accommodation requirements but also with growing market demand for emerging solutions across sectors. Furthermore, designing such a system is an opportunity for technological advancement by taking advantage of machine learning and computer vision to develop accurate and efficient translation models. Computer vision-based Sign Language Recognition technologies are frequently used for feature extraction, such as for boundary modeling, contouring, gesture segmentation, and hand shape estimation. However, none of these methods are small enough to function in real-time applications on mobile devices, hence they are limited to platforms with powerful CPUs. Furthermore, the difficulty of hand-tracking persisted across all of these methods. In order to overcome this limitation, our suggested methodology built upon Google's ground-breaking, quickly expanding open-source </a:t>
            </a:r>
            <a:r>
              <a:rPr lang="en-US" sz="3200" b="1" dirty="0" err="1"/>
              <a:t>MediaPipe</a:t>
            </a:r>
            <a:r>
              <a:rPr lang="en-US" sz="3200" b="1" dirty="0"/>
              <a:t> project and implemented a machine learning algorithm on top of it to create a pipeline that is simpler, faster, more affordable, portable, and easy to set up. This pipeline can be utilized as a sign language recognition system.</a:t>
            </a:r>
            <a:endParaRPr lang="en-US" sz="3200" b="1" dirty="0">
              <a:latin typeface="Cambria Math" pitchFamily="18" charset="0"/>
              <a:ea typeface="Cambria Math" pitchFamily="18" charset="0"/>
            </a:endParaRPr>
          </a:p>
        </p:txBody>
      </p:sp>
      <p:sp>
        <p:nvSpPr>
          <p:cNvPr id="16" name="Rounded Rectangle 15"/>
          <p:cNvSpPr/>
          <p:nvPr/>
        </p:nvSpPr>
        <p:spPr>
          <a:xfrm>
            <a:off x="413588" y="6065835"/>
            <a:ext cx="10896600" cy="8915399"/>
          </a:xfrm>
          <a:prstGeom prst="roundRect">
            <a:avLst/>
          </a:prstGeom>
        </p:spPr>
        <p:style>
          <a:lnRef idx="2">
            <a:schemeClr val="accent6"/>
          </a:lnRef>
          <a:fillRef idx="1">
            <a:schemeClr val="lt1"/>
          </a:fillRef>
          <a:effectRef idx="0">
            <a:schemeClr val="accent6"/>
          </a:effectRef>
          <a:fontRef idx="minor">
            <a:schemeClr val="dk1"/>
          </a:fontRef>
        </p:style>
        <p:txBody>
          <a:bodyPr lIns="91422" tIns="45713" rIns="91422" bIns="45713" rtlCol="0" anchor="ctr"/>
          <a:lstStyle/>
          <a:p>
            <a:pPr marL="457200" indent="-457200" algn="just">
              <a:buFont typeface="Arial" panose="020B0604020202020204" pitchFamily="34" charset="0"/>
              <a:buChar char="•"/>
            </a:pPr>
            <a:r>
              <a:rPr lang="en-US" sz="3200" b="1" i="0" dirty="0">
                <a:solidFill>
                  <a:srgbClr val="000000"/>
                </a:solidFill>
                <a:effectLst/>
                <a:latin typeface="Readex Pro"/>
              </a:rPr>
              <a:t>The goal of this project is to build a real-time system for recognizing and interpreting signs using </a:t>
            </a:r>
            <a:r>
              <a:rPr lang="en-US" sz="3200" b="1" i="0" dirty="0" err="1">
                <a:solidFill>
                  <a:srgbClr val="000000"/>
                </a:solidFill>
                <a:effectLst/>
                <a:latin typeface="Readex Pro"/>
              </a:rPr>
              <a:t>MediaPipe</a:t>
            </a:r>
            <a:r>
              <a:rPr lang="en-US" sz="3200" b="1" i="0" dirty="0">
                <a:solidFill>
                  <a:srgbClr val="000000"/>
                </a:solidFill>
                <a:effectLst/>
                <a:latin typeface="Readex Pro"/>
              </a:rPr>
              <a:t> and deep learning methods that are capable of robust performance. For instance, the utilization of </a:t>
            </a:r>
            <a:r>
              <a:rPr lang="en-US" sz="3200" b="1" i="0" dirty="0" err="1">
                <a:solidFill>
                  <a:srgbClr val="000000"/>
                </a:solidFill>
                <a:effectLst/>
                <a:latin typeface="Readex Pro"/>
              </a:rPr>
              <a:t>MediaPipe’s</a:t>
            </a:r>
            <a:r>
              <a:rPr lang="en-US" sz="3200" b="1" i="0" dirty="0">
                <a:solidFill>
                  <a:srgbClr val="000000"/>
                </a:solidFill>
                <a:effectLst/>
                <a:latin typeface="Readex Pro"/>
              </a:rPr>
              <a:t> effective pose detection features together with deep neural networks will enable right recognition and interpretation of sign language movements by the automated system. The technology can have several applications ranging from teaching, medical care as well as communication with people who cannot hear or have hearing impairments. Additionally, the performance of the system will be assessed through strict testing and validation using various sets of sign language gestures.</a:t>
            </a:r>
            <a:endParaRPr lang="en-US" sz="3200" b="1" dirty="0">
              <a:latin typeface="Cambria Math" pitchFamily="18" charset="0"/>
              <a:ea typeface="Cambria Math" pitchFamily="18" charset="0"/>
            </a:endParaRPr>
          </a:p>
        </p:txBody>
      </p:sp>
      <p:sp>
        <p:nvSpPr>
          <p:cNvPr id="9" name="TextBox 8"/>
          <p:cNvSpPr txBox="1"/>
          <p:nvPr/>
        </p:nvSpPr>
        <p:spPr>
          <a:xfrm>
            <a:off x="3848100" y="17616"/>
            <a:ext cx="28879800" cy="4441030"/>
          </a:xfrm>
          <a:prstGeom prst="roundRect">
            <a:avLst/>
          </a:prstGeom>
          <a:blipFill dpi="0" rotWithShape="1">
            <a:blip r:embed="rId3">
              <a:alphaModFix amt="41000"/>
            </a:blip>
            <a:srcRect/>
            <a:tile tx="0" ty="0" sx="100000" sy="100000" flip="none" algn="tl"/>
          </a:blipFill>
          <a:ln>
            <a:solidFill>
              <a:srgbClr val="00B050"/>
            </a:solidFill>
          </a:ln>
          <a:effectLst/>
        </p:spPr>
        <p:txBody>
          <a:bodyPr wrap="square" lIns="317593" tIns="158794" rIns="317593" bIns="158794" rtlCol="0">
            <a:spAutoFit/>
          </a:bodyPr>
          <a:lstStyle/>
          <a:p>
            <a:pPr algn="ctr"/>
            <a:r>
              <a:rPr lang="en-US" sz="6000" b="1" dirty="0">
                <a:solidFill>
                  <a:srgbClr val="FF0000"/>
                </a:solidFill>
              </a:rPr>
              <a:t>SIGN LANGUAGE DETECTION AND INTERPRETATION USING MEDIAPIPE AND DEEP LEARNING </a:t>
            </a:r>
          </a:p>
          <a:p>
            <a:pPr algn="ctr"/>
            <a:r>
              <a:rPr lang="en-US" sz="6000" b="1" dirty="0">
                <a:solidFill>
                  <a:schemeClr val="accent1">
                    <a:lumMod val="75000"/>
                  </a:schemeClr>
                </a:solidFill>
              </a:rPr>
              <a:t>ABALO EMMANUEL KOFI   And    ANSAH ERNEST</a:t>
            </a:r>
          </a:p>
          <a:p>
            <a:pPr algn="ctr"/>
            <a:r>
              <a:rPr lang="en-US" sz="6000" b="1" dirty="0">
                <a:solidFill>
                  <a:srgbClr val="00B050"/>
                </a:solidFill>
                <a:latin typeface="Cambria Math" pitchFamily="18" charset="0"/>
                <a:ea typeface="Cambria Math" pitchFamily="18" charset="0"/>
              </a:rPr>
              <a:t>SUPERVISOR: </a:t>
            </a:r>
            <a:r>
              <a:rPr lang="en-US" sz="6000" b="1" dirty="0">
                <a:solidFill>
                  <a:srgbClr val="00B050"/>
                </a:solidFill>
              </a:rPr>
              <a:t>DR. ROSE-MARY OWUSUAA MENSAH GYENING </a:t>
            </a:r>
            <a:endParaRPr lang="en-US" sz="6000" b="1" dirty="0">
              <a:solidFill>
                <a:srgbClr val="00B050"/>
              </a:solidFill>
              <a:latin typeface="Cambria Math" pitchFamily="18" charset="0"/>
              <a:ea typeface="Cambria Math" pitchFamily="18" charset="0"/>
            </a:endParaRPr>
          </a:p>
        </p:txBody>
      </p:sp>
      <p:sp>
        <p:nvSpPr>
          <p:cNvPr id="17" name="Rounded Rectangle 16"/>
          <p:cNvSpPr/>
          <p:nvPr/>
        </p:nvSpPr>
        <p:spPr>
          <a:xfrm>
            <a:off x="2596452" y="5414455"/>
            <a:ext cx="6722035" cy="1302760"/>
          </a:xfrm>
          <a:prstGeom prst="roundRect">
            <a:avLst/>
          </a:prstGeom>
        </p:spPr>
        <p:style>
          <a:lnRef idx="1">
            <a:schemeClr val="accent6"/>
          </a:lnRef>
          <a:fillRef idx="2">
            <a:schemeClr val="accent6"/>
          </a:fillRef>
          <a:effectRef idx="1">
            <a:schemeClr val="accent6"/>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ABSTRACT</a:t>
            </a:r>
          </a:p>
        </p:txBody>
      </p:sp>
      <p:sp>
        <p:nvSpPr>
          <p:cNvPr id="19" name="Rounded Rectangle 18"/>
          <p:cNvSpPr/>
          <p:nvPr/>
        </p:nvSpPr>
        <p:spPr>
          <a:xfrm>
            <a:off x="2553564" y="15384106"/>
            <a:ext cx="6409707" cy="1486449"/>
          </a:xfrm>
          <a:prstGeom prst="roundRect">
            <a:avLst/>
          </a:prstGeom>
        </p:spPr>
        <p:style>
          <a:lnRef idx="1">
            <a:schemeClr val="accent3"/>
          </a:lnRef>
          <a:fillRef idx="2">
            <a:schemeClr val="accent3"/>
          </a:fillRef>
          <a:effectRef idx="1">
            <a:schemeClr val="accent3"/>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INTRODUCTION</a:t>
            </a:r>
          </a:p>
        </p:txBody>
      </p:sp>
      <p:sp>
        <p:nvSpPr>
          <p:cNvPr id="20" name="Rounded Rectangle 19"/>
          <p:cNvSpPr/>
          <p:nvPr/>
        </p:nvSpPr>
        <p:spPr>
          <a:xfrm>
            <a:off x="12104703" y="27153905"/>
            <a:ext cx="11005947" cy="10539869"/>
          </a:xfrm>
          <a:prstGeom prst="roundRect">
            <a:avLst/>
          </a:prstGeom>
        </p:spPr>
        <p:style>
          <a:lnRef idx="2">
            <a:schemeClr val="accent2"/>
          </a:lnRef>
          <a:fillRef idx="1">
            <a:schemeClr val="lt1"/>
          </a:fillRef>
          <a:effectRef idx="0">
            <a:schemeClr val="accent2"/>
          </a:effectRef>
          <a:fontRef idx="minor">
            <a:schemeClr val="dk1"/>
          </a:fontRef>
        </p:style>
        <p:txBody>
          <a:bodyPr lIns="91422" tIns="45713" rIns="91422" bIns="45713" rtlCol="0" anchor="t"/>
          <a:lstStyle/>
          <a:p>
            <a:pPr algn="just"/>
            <a:endParaRPr lang="en-US" sz="3500" dirty="0">
              <a:latin typeface="Cambria Math" pitchFamily="18" charset="0"/>
              <a:ea typeface="Cambria Math" pitchFamily="18" charset="0"/>
            </a:endParaRPr>
          </a:p>
          <a:p>
            <a:pPr marL="457200" indent="-457200" algn="just">
              <a:buFont typeface="Arial" panose="020B0604020202020204" pitchFamily="34" charset="0"/>
              <a:buChar char="•"/>
            </a:pPr>
            <a:r>
              <a:rPr lang="en-US" sz="3200" b="1" dirty="0">
                <a:latin typeface="Cambria Math" pitchFamily="18" charset="0"/>
                <a:ea typeface="Cambria Math" pitchFamily="18" charset="0"/>
              </a:rPr>
              <a:t>Android Studio: </a:t>
            </a:r>
            <a:r>
              <a:rPr lang="en-US" sz="3200" dirty="0">
                <a:latin typeface="Cambria Math" pitchFamily="18" charset="0"/>
                <a:ea typeface="Cambria Math" pitchFamily="18" charset="0"/>
              </a:rPr>
              <a:t>Android was used to implement the user-friendly interface of the mobile applications on the screen. The user interface for the web-application side was created using Flutter-Web.</a:t>
            </a:r>
          </a:p>
          <a:p>
            <a:pPr algn="just"/>
            <a:endParaRPr lang="en-US" sz="3200" dirty="0">
              <a:latin typeface="Cambria Math" pitchFamily="18" charset="0"/>
              <a:ea typeface="Cambria Math" pitchFamily="18" charset="0"/>
            </a:endParaRPr>
          </a:p>
          <a:p>
            <a:pPr marL="457200" indent="-457200" algn="just">
              <a:buFont typeface="Arial" panose="020B0604020202020204" pitchFamily="34" charset="0"/>
              <a:buChar char="•"/>
            </a:pPr>
            <a:r>
              <a:rPr lang="en-US" sz="3200" b="1" dirty="0">
                <a:latin typeface="Cambria Math" pitchFamily="18" charset="0"/>
                <a:ea typeface="Cambria Math" pitchFamily="18" charset="0"/>
              </a:rPr>
              <a:t>Android Emulator: </a:t>
            </a:r>
            <a:r>
              <a:rPr lang="en-US" sz="3200" dirty="0">
                <a:latin typeface="Cambria Math" pitchFamily="18" charset="0"/>
                <a:ea typeface="Cambria Math" pitchFamily="18" charset="0"/>
              </a:rPr>
              <a:t>The android emulator was used to run, test and debug the mobile applications.</a:t>
            </a:r>
          </a:p>
          <a:p>
            <a:pPr algn="just"/>
            <a:endParaRPr lang="en-US" sz="3200" dirty="0">
              <a:latin typeface="Cambria Math" pitchFamily="18" charset="0"/>
              <a:ea typeface="Cambria Math" pitchFamily="18" charset="0"/>
            </a:endParaRPr>
          </a:p>
          <a:p>
            <a:pPr marL="457200" indent="-457200" algn="just">
              <a:buFont typeface="Arial" panose="020B0604020202020204" pitchFamily="34" charset="0"/>
              <a:buChar char="•"/>
            </a:pPr>
            <a:r>
              <a:rPr lang="en-US" sz="3500" b="1" dirty="0">
                <a:latin typeface="Cambria Math" pitchFamily="18" charset="0"/>
                <a:ea typeface="Cambria Math" pitchFamily="18" charset="0"/>
              </a:rPr>
              <a:t>Visual Studio Code: </a:t>
            </a:r>
            <a:r>
              <a:rPr lang="en-US" sz="3500" dirty="0">
                <a:latin typeface="Cambria Math" pitchFamily="18" charset="0"/>
                <a:ea typeface="Cambria Math" pitchFamily="18" charset="0"/>
              </a:rPr>
              <a:t>In our project we used visual studio code, which served as our development platform, to implement and run the codes.</a:t>
            </a:r>
          </a:p>
          <a:p>
            <a:pPr marL="457200" indent="-457200" algn="just">
              <a:buFont typeface="Arial" panose="020B0604020202020204" pitchFamily="34" charset="0"/>
              <a:buChar char="•"/>
            </a:pPr>
            <a:endParaRPr lang="en-US" sz="3500" dirty="0">
              <a:latin typeface="Cambria Math" pitchFamily="18" charset="0"/>
              <a:ea typeface="Cambria Math" pitchFamily="18" charset="0"/>
            </a:endParaRPr>
          </a:p>
          <a:p>
            <a:pPr marL="457200" indent="-457200" algn="just">
              <a:buFont typeface="Arial" panose="020B0604020202020204" pitchFamily="34" charset="0"/>
              <a:buChar char="•"/>
            </a:pPr>
            <a:r>
              <a:rPr lang="en-US" sz="3200" b="1" dirty="0"/>
              <a:t>Testing:</a:t>
            </a:r>
            <a:r>
              <a:rPr lang="en-US" sz="3200" dirty="0"/>
              <a:t> Look at the webcam and display different gestures you would wish the system to recognize. Pay attention to the following while you do the gestures.  You have to keep in mind that task automation is not a one-off event.</a:t>
            </a:r>
            <a:endParaRPr lang="en-US" sz="3200" dirty="0">
              <a:latin typeface="Cambria Math" pitchFamily="18" charset="0"/>
              <a:ea typeface="Cambria Math" pitchFamily="18" charset="0"/>
            </a:endParaRPr>
          </a:p>
        </p:txBody>
      </p:sp>
      <p:sp>
        <p:nvSpPr>
          <p:cNvPr id="21" name="Rounded Rectangle 20"/>
          <p:cNvSpPr/>
          <p:nvPr/>
        </p:nvSpPr>
        <p:spPr>
          <a:xfrm>
            <a:off x="14211877" y="26504681"/>
            <a:ext cx="6718351" cy="1298448"/>
          </a:xfrm>
          <a:prstGeom prst="roundRect">
            <a:avLst/>
          </a:prstGeom>
        </p:spPr>
        <p:style>
          <a:lnRef idx="1">
            <a:schemeClr val="accent2"/>
          </a:lnRef>
          <a:fillRef idx="2">
            <a:schemeClr val="accent2"/>
          </a:fillRef>
          <a:effectRef idx="1">
            <a:schemeClr val="accent2"/>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INPLEMENTATION AND TESTING</a:t>
            </a:r>
          </a:p>
        </p:txBody>
      </p:sp>
      <p:sp>
        <p:nvSpPr>
          <p:cNvPr id="24" name="Rounded Rectangle 23"/>
          <p:cNvSpPr/>
          <p:nvPr/>
        </p:nvSpPr>
        <p:spPr>
          <a:xfrm>
            <a:off x="413588" y="34274919"/>
            <a:ext cx="11049000" cy="7283501"/>
          </a:xfrm>
          <a:prstGeom prst="roundRect">
            <a:avLst/>
          </a:prstGeom>
        </p:spPr>
        <p:style>
          <a:lnRef idx="2">
            <a:schemeClr val="dk1"/>
          </a:lnRef>
          <a:fillRef idx="1">
            <a:schemeClr val="lt1"/>
          </a:fillRef>
          <a:effectRef idx="0">
            <a:schemeClr val="dk1"/>
          </a:effectRef>
          <a:fontRef idx="minor">
            <a:schemeClr val="dk1"/>
          </a:fontRef>
        </p:style>
        <p:txBody>
          <a:bodyPr lIns="91422" tIns="45713" rIns="91422" bIns="45713" rtlCol="0" anchor="t"/>
          <a:lstStyle/>
          <a:p>
            <a:pPr marL="457200" indent="-457200" algn="just">
              <a:buFont typeface="Arial" panose="020B0604020202020204" pitchFamily="34" charset="0"/>
              <a:buChar char="•"/>
            </a:pPr>
            <a:r>
              <a:rPr lang="en-US" sz="3200" b="1" i="0" dirty="0">
                <a:solidFill>
                  <a:srgbClr val="000000"/>
                </a:solidFill>
                <a:effectLst/>
                <a:latin typeface="Readex Pro"/>
              </a:rPr>
              <a:t>Although tremendous progress has been made in technology, it is still evident that a gap exists between the hearing and non-hearing people regarding communication. Most of the current procedures of sign language interpretation depend on human translators who may not always be available as this takes time and money to access. In addition, chances are high that these methods are less accessible in rural or marginalized areas. Thus, there is an urgent requirement for a consistent, reachable and less costly technology able to effectively identify and interpret sign language gestures as they occur.</a:t>
            </a:r>
            <a:endParaRPr lang="en-US" sz="3200" b="1" dirty="0">
              <a:latin typeface="Cambria Math" pitchFamily="18" charset="0"/>
              <a:ea typeface="Cambria Math" pitchFamily="18" charset="0"/>
            </a:endParaRPr>
          </a:p>
        </p:txBody>
      </p:sp>
      <p:sp>
        <p:nvSpPr>
          <p:cNvPr id="25" name="Rounded Rectangle 24"/>
          <p:cNvSpPr/>
          <p:nvPr/>
        </p:nvSpPr>
        <p:spPr>
          <a:xfrm>
            <a:off x="2581902" y="33360519"/>
            <a:ext cx="6409944" cy="1298448"/>
          </a:xfrm>
          <a:prstGeom prst="roundRect">
            <a:avLst/>
          </a:prstGeom>
        </p:spPr>
        <p:style>
          <a:lnRef idx="1">
            <a:schemeClr val="dk1"/>
          </a:lnRef>
          <a:fillRef idx="2">
            <a:schemeClr val="dk1"/>
          </a:fillRef>
          <a:effectRef idx="1">
            <a:schemeClr val="dk1"/>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PROBLEM STATEMENT</a:t>
            </a:r>
          </a:p>
        </p:txBody>
      </p:sp>
      <p:sp>
        <p:nvSpPr>
          <p:cNvPr id="26" name="Rounded Rectangle 25"/>
          <p:cNvSpPr/>
          <p:nvPr/>
        </p:nvSpPr>
        <p:spPr>
          <a:xfrm>
            <a:off x="12008463" y="6041295"/>
            <a:ext cx="10896599" cy="6477000"/>
          </a:xfrm>
          <a:prstGeom prst="roundRect">
            <a:avLst/>
          </a:prstGeom>
        </p:spPr>
        <p:style>
          <a:lnRef idx="2">
            <a:schemeClr val="accent4"/>
          </a:lnRef>
          <a:fillRef idx="1">
            <a:schemeClr val="lt1"/>
          </a:fillRef>
          <a:effectRef idx="0">
            <a:schemeClr val="accent4"/>
          </a:effectRef>
          <a:fontRef idx="minor">
            <a:schemeClr val="dk1"/>
          </a:fontRef>
        </p:style>
        <p:txBody>
          <a:bodyPr lIns="91422" tIns="45713" rIns="91422" bIns="45713" rtlCol="0" anchor="ctr"/>
          <a:lstStyle/>
          <a:p>
            <a:pPr marL="457200" indent="-457200" algn="just">
              <a:buFont typeface="Arial" panose="020B0604020202020204" pitchFamily="34" charset="0"/>
              <a:buChar char="•"/>
            </a:pPr>
            <a:r>
              <a:rPr lang="en-US" sz="3200" b="1" i="0" dirty="0">
                <a:solidFill>
                  <a:srgbClr val="000000"/>
                </a:solidFill>
                <a:effectLst/>
                <a:latin typeface="Readex Pro"/>
              </a:rPr>
              <a:t>Creating a framework that is capable of accurately recognizing different hand signals through live films or pictures taken at different moments in time.</a:t>
            </a:r>
            <a:r>
              <a:rPr lang="en-US" sz="800" b="0" i="0" dirty="0">
                <a:solidFill>
                  <a:srgbClr val="000000"/>
                </a:solidFill>
                <a:effectLst/>
                <a:latin typeface="Readex Pro"/>
              </a:rPr>
              <a:t>. </a:t>
            </a:r>
            <a:endParaRPr lang="en-US" sz="3500" dirty="0">
              <a:latin typeface="Cambria Math" pitchFamily="18" charset="0"/>
              <a:ea typeface="Cambria Math" pitchFamily="18" charset="0"/>
            </a:endParaRPr>
          </a:p>
          <a:p>
            <a:pPr marL="457200" indent="-457200" algn="just">
              <a:buFont typeface="Arial" panose="020B0604020202020204" pitchFamily="34" charset="0"/>
              <a:buChar char="•"/>
            </a:pPr>
            <a:r>
              <a:rPr lang="en-US" sz="3200" b="1" dirty="0"/>
              <a:t>Ensure that the system can process and interpret sign language gestures in real-time, enabling seamless communication</a:t>
            </a:r>
            <a:r>
              <a:rPr lang="en-US" sz="800" dirty="0"/>
              <a:t>.</a:t>
            </a:r>
            <a:r>
              <a:rPr lang="en-US" sz="3500" dirty="0">
                <a:latin typeface="Cambria Math" pitchFamily="18" charset="0"/>
                <a:ea typeface="Cambria Math" pitchFamily="18" charset="0"/>
              </a:rPr>
              <a:t>.</a:t>
            </a:r>
          </a:p>
          <a:p>
            <a:pPr marL="457200" indent="-457200" algn="just">
              <a:buFont typeface="Arial" panose="020B0604020202020204" pitchFamily="34" charset="0"/>
              <a:buChar char="•"/>
            </a:pPr>
            <a:r>
              <a:rPr lang="en-US" sz="3200" b="1" i="0" dirty="0">
                <a:solidFill>
                  <a:srgbClr val="000000"/>
                </a:solidFill>
                <a:effectLst/>
                <a:latin typeface="Readex Pro"/>
              </a:rPr>
              <a:t>Develop an easy to use interface that is user-friendly and can be accessed by both hearing and deaf persons</a:t>
            </a:r>
            <a:r>
              <a:rPr lang="en-US" sz="3200" b="1" dirty="0">
                <a:latin typeface="Cambria Math" pitchFamily="18" charset="0"/>
                <a:ea typeface="Cambria Math" pitchFamily="18" charset="0"/>
              </a:rPr>
              <a:t>.</a:t>
            </a:r>
          </a:p>
          <a:p>
            <a:pPr marL="457200" indent="-457200" algn="just">
              <a:buFont typeface="Arial" panose="020B0604020202020204" pitchFamily="34" charset="0"/>
              <a:buChar char="•"/>
            </a:pPr>
            <a:r>
              <a:rPr lang="en-US" sz="3200" b="1" dirty="0"/>
              <a:t>Make the system capable of handling different hand shapes, lighting conditions, and background complexities.</a:t>
            </a:r>
            <a:endParaRPr lang="en-US" sz="3200" b="1" dirty="0">
              <a:latin typeface="Cambria Math" pitchFamily="18" charset="0"/>
              <a:ea typeface="Cambria Math" pitchFamily="18" charset="0"/>
            </a:endParaRPr>
          </a:p>
        </p:txBody>
      </p:sp>
      <p:sp>
        <p:nvSpPr>
          <p:cNvPr id="27" name="Rounded Rectangle 26"/>
          <p:cNvSpPr/>
          <p:nvPr/>
        </p:nvSpPr>
        <p:spPr>
          <a:xfrm>
            <a:off x="14095744" y="5100464"/>
            <a:ext cx="6722035" cy="1295400"/>
          </a:xfrm>
          <a:prstGeom prst="roundRect">
            <a:avLst/>
          </a:prstGeom>
        </p:spPr>
        <p:style>
          <a:lnRef idx="1">
            <a:schemeClr val="accent4"/>
          </a:lnRef>
          <a:fillRef idx="2">
            <a:schemeClr val="accent4"/>
          </a:fillRef>
          <a:effectRef idx="1">
            <a:schemeClr val="accent4"/>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AIMS AND OBJECTIVES</a:t>
            </a:r>
          </a:p>
        </p:txBody>
      </p:sp>
      <p:sp>
        <p:nvSpPr>
          <p:cNvPr id="28" name="Rounded Rectangle 27"/>
          <p:cNvSpPr/>
          <p:nvPr/>
        </p:nvSpPr>
        <p:spPr>
          <a:xfrm>
            <a:off x="11645394" y="14547679"/>
            <a:ext cx="11048999" cy="11658600"/>
          </a:xfrm>
          <a:prstGeom prst="roundRect">
            <a:avLst/>
          </a:prstGeom>
        </p:spPr>
        <p:style>
          <a:lnRef idx="2">
            <a:schemeClr val="accent5"/>
          </a:lnRef>
          <a:fillRef idx="1">
            <a:schemeClr val="lt1"/>
          </a:fillRef>
          <a:effectRef idx="0">
            <a:schemeClr val="accent5"/>
          </a:effectRef>
          <a:fontRef idx="minor">
            <a:schemeClr val="dk1"/>
          </a:fontRef>
        </p:style>
        <p:txBody>
          <a:bodyPr lIns="91422" tIns="45713" rIns="91422" bIns="45713" rtlCol="0" anchor="ctr"/>
          <a:lstStyle/>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algn="just"/>
            <a:endParaRPr lang="en-US" sz="3500" dirty="0">
              <a:latin typeface="Cambria Math" pitchFamily="18" charset="0"/>
              <a:ea typeface="Cambria Math" pitchFamily="18" charset="0"/>
            </a:endParaRPr>
          </a:p>
          <a:p>
            <a:pPr marL="457200" indent="-457200" algn="just">
              <a:buFont typeface="Arial" panose="020B0604020202020204" pitchFamily="34" charset="0"/>
              <a:buChar char="•"/>
            </a:pPr>
            <a:r>
              <a:rPr lang="en-US" sz="3200" dirty="0">
                <a:latin typeface="Cambria Math" pitchFamily="18" charset="0"/>
                <a:ea typeface="Cambria Math" pitchFamily="18" charset="0"/>
              </a:rPr>
              <a:t>Project tools used for this project include Android studio , Android Emulator , Media Pipe , TensorFlow Lite and Open CV .                                        </a:t>
            </a:r>
            <a:r>
              <a:rPr lang="en-US" sz="3500" dirty="0">
                <a:latin typeface="Cambria Math" pitchFamily="18" charset="0"/>
                <a:ea typeface="Cambria Math" pitchFamily="18" charset="0"/>
              </a:rPr>
              <a:t>                                                                                                                                                            </a:t>
            </a:r>
          </a:p>
        </p:txBody>
      </p:sp>
      <p:sp>
        <p:nvSpPr>
          <p:cNvPr id="29" name="Rounded Rectangle 28"/>
          <p:cNvSpPr/>
          <p:nvPr/>
        </p:nvSpPr>
        <p:spPr>
          <a:xfrm>
            <a:off x="13885262" y="14010067"/>
            <a:ext cx="6722035" cy="1295400"/>
          </a:xfrm>
          <a:prstGeom prst="roundRect">
            <a:avLst/>
          </a:prstGeom>
        </p:spPr>
        <p:style>
          <a:lnRef idx="1">
            <a:schemeClr val="accent5"/>
          </a:lnRef>
          <a:fillRef idx="2">
            <a:schemeClr val="accent5"/>
          </a:fillRef>
          <a:effectRef idx="1">
            <a:schemeClr val="accent5"/>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METHODOLOGY AND PROJECT TOOLS</a:t>
            </a:r>
          </a:p>
        </p:txBody>
      </p:sp>
      <p:pic>
        <p:nvPicPr>
          <p:cNvPr id="30" name="Picture 29" descr="photo1693287813__1_-removebg-preview.png"/>
          <p:cNvPicPr>
            <a:picLocks noChangeAspect="1"/>
          </p:cNvPicPr>
          <p:nvPr/>
        </p:nvPicPr>
        <p:blipFill>
          <a:blip r:embed="rId4"/>
          <a:stretch>
            <a:fillRect/>
          </a:stretch>
        </p:blipFill>
        <p:spPr>
          <a:xfrm>
            <a:off x="32156400" y="0"/>
            <a:ext cx="5054045" cy="4709319"/>
          </a:xfrm>
          <a:prstGeom prst="rect">
            <a:avLst/>
          </a:prstGeom>
        </p:spPr>
      </p:pic>
      <p:pic>
        <p:nvPicPr>
          <p:cNvPr id="31" name="Picture 30" descr="photo1693287813-removebg-preview.png"/>
          <p:cNvPicPr>
            <a:picLocks noChangeAspect="1"/>
          </p:cNvPicPr>
          <p:nvPr/>
        </p:nvPicPr>
        <p:blipFill>
          <a:blip r:embed="rId5"/>
          <a:stretch>
            <a:fillRect/>
          </a:stretch>
        </p:blipFill>
        <p:spPr>
          <a:xfrm>
            <a:off x="276130" y="0"/>
            <a:ext cx="3377204" cy="4480719"/>
          </a:xfrm>
          <a:prstGeom prst="rect">
            <a:avLst/>
          </a:prstGeom>
        </p:spPr>
      </p:pic>
      <p:sp>
        <p:nvSpPr>
          <p:cNvPr id="32" name="Rounded Rectangle 31"/>
          <p:cNvSpPr/>
          <p:nvPr/>
        </p:nvSpPr>
        <p:spPr>
          <a:xfrm>
            <a:off x="23130697" y="6065835"/>
            <a:ext cx="13091156" cy="7025484"/>
          </a:xfrm>
          <a:prstGeom prst="roundRect">
            <a:avLst/>
          </a:prstGeom>
        </p:spPr>
        <p:style>
          <a:lnRef idx="2">
            <a:schemeClr val="accent6"/>
          </a:lnRef>
          <a:fillRef idx="1">
            <a:schemeClr val="lt1"/>
          </a:fillRef>
          <a:effectRef idx="0">
            <a:schemeClr val="accent6"/>
          </a:effectRef>
          <a:fontRef idx="minor">
            <a:schemeClr val="dk1"/>
          </a:fontRef>
        </p:style>
        <p:txBody>
          <a:bodyPr lIns="91422" tIns="45713" rIns="91422" bIns="45713" rtlCol="0" anchor="ctr"/>
          <a:lstStyle/>
          <a:p>
            <a:pPr marL="457200" marR="0" indent="-457200" algn="just">
              <a:lnSpc>
                <a:spcPct val="107000"/>
              </a:lnSpc>
              <a:spcBef>
                <a:spcPts val="0"/>
              </a:spcBef>
              <a:spcAft>
                <a:spcPts val="800"/>
              </a:spcAft>
              <a:buFont typeface="Arial" panose="020B0604020202020204" pitchFamily="34" charset="0"/>
              <a:buChar char="•"/>
            </a:pPr>
            <a:r>
              <a:rPr lang="en-US" sz="3200" b="1" kern="100" dirty="0">
                <a:effectLst/>
                <a:latin typeface="Cambria Math" panose="02040503050406030204" pitchFamily="18" charset="0"/>
                <a:ea typeface="Cambria Math" panose="02040503050406030204" pitchFamily="18" charset="0"/>
                <a:cs typeface="Times New Roman" panose="02020603050405020304" pitchFamily="18" charset="0"/>
              </a:rPr>
              <a:t>Improved User Experience</a:t>
            </a:r>
            <a:r>
              <a:rPr lang="en-US" sz="3500" kern="100"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sz="3200" kern="100" dirty="0">
                <a:effectLst/>
                <a:latin typeface="Cambria Math" panose="02040503050406030204" pitchFamily="18" charset="0"/>
                <a:ea typeface="Cambria Math" panose="02040503050406030204" pitchFamily="18" charset="0"/>
                <a:cs typeface="Times New Roman" panose="02020603050405020304" pitchFamily="18" charset="0"/>
              </a:rPr>
              <a:t>Interactive and fluid user experience features such as feedback  when retrieving user data and app data.</a:t>
            </a:r>
          </a:p>
          <a:p>
            <a:pPr marL="457200" marR="0" indent="-457200" algn="just">
              <a:lnSpc>
                <a:spcPct val="107000"/>
              </a:lnSpc>
              <a:spcBef>
                <a:spcPts val="0"/>
              </a:spcBef>
              <a:spcAft>
                <a:spcPts val="800"/>
              </a:spcAft>
              <a:buFont typeface="Arial" panose="020B0604020202020204" pitchFamily="34" charset="0"/>
              <a:buChar char="•"/>
            </a:pPr>
            <a:r>
              <a:rPr lang="en-US" sz="3200" b="1" kern="100" dirty="0">
                <a:effectLst/>
                <a:latin typeface="Cambria Math" panose="02040503050406030204" pitchFamily="18" charset="0"/>
                <a:ea typeface="Cambria Math" panose="02040503050406030204" pitchFamily="18" charset="0"/>
                <a:cs typeface="Times New Roman" panose="02020603050405020304" pitchFamily="18" charset="0"/>
              </a:rPr>
              <a:t>Scalability and Flexibility</a:t>
            </a:r>
            <a:r>
              <a:rPr lang="en-US" sz="3500" kern="100"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sz="3200" kern="100" dirty="0">
                <a:latin typeface="Cambria Math" panose="02040503050406030204" pitchFamily="18" charset="0"/>
                <a:ea typeface="Cambria Math" panose="02040503050406030204" pitchFamily="18" charset="0"/>
                <a:cs typeface="Times New Roman" panose="02020603050405020304" pitchFamily="18" charset="0"/>
              </a:rPr>
              <a:t>I</a:t>
            </a:r>
            <a:r>
              <a:rPr lang="en-US" sz="3200" kern="100" dirty="0">
                <a:effectLst/>
                <a:latin typeface="Cambria Math" panose="02040503050406030204" pitchFamily="18" charset="0"/>
                <a:ea typeface="Cambria Math" panose="02040503050406030204" pitchFamily="18" charset="0"/>
                <a:cs typeface="Times New Roman" panose="02020603050405020304" pitchFamily="18" charset="0"/>
              </a:rPr>
              <a:t>con and other elements that are flexible, simple, and easy to find for rapid and seamless interaction and operations.</a:t>
            </a:r>
            <a:endParaRPr lang="en-US" sz="3500" kern="100" dirty="0">
              <a:effectLst/>
              <a:latin typeface="Cambria Math" panose="02040503050406030204" pitchFamily="18" charset="0"/>
              <a:ea typeface="Cambria Math" panose="02040503050406030204" pitchFamily="18" charset="0"/>
              <a:cs typeface="Times New Roman" panose="02020603050405020304" pitchFamily="18" charset="0"/>
            </a:endParaRPr>
          </a:p>
          <a:p>
            <a:pPr marL="457200" marR="0" indent="-457200" algn="just">
              <a:lnSpc>
                <a:spcPct val="107000"/>
              </a:lnSpc>
              <a:spcBef>
                <a:spcPts val="0"/>
              </a:spcBef>
              <a:spcAft>
                <a:spcPts val="800"/>
              </a:spcAft>
              <a:buFont typeface="Arial" panose="020B0604020202020204" pitchFamily="34" charset="0"/>
              <a:buChar char="•"/>
            </a:pPr>
            <a:r>
              <a:rPr lang="en-US" sz="3200" b="1" kern="100" dirty="0">
                <a:effectLst/>
                <a:latin typeface="Cambria Math" panose="02040503050406030204" pitchFamily="18" charset="0"/>
                <a:ea typeface="Cambria Math" panose="02040503050406030204" pitchFamily="18" charset="0"/>
                <a:cs typeface="Times New Roman" panose="02020603050405020304" pitchFamily="18" charset="0"/>
              </a:rPr>
              <a:t>Communication</a:t>
            </a:r>
            <a:r>
              <a:rPr lang="en-US" sz="3500" kern="100" dirty="0">
                <a:effectLst/>
                <a:latin typeface="Cambria Math" panose="02040503050406030204" pitchFamily="18" charset="0"/>
                <a:ea typeface="Cambria Math" panose="02040503050406030204" pitchFamily="18" charset="0"/>
                <a:cs typeface="Times New Roman" panose="02020603050405020304" pitchFamily="18" charset="0"/>
              </a:rPr>
              <a:t>: </a:t>
            </a:r>
            <a:r>
              <a:rPr lang="en-US" sz="3200" kern="100" dirty="0">
                <a:effectLst/>
                <a:latin typeface="Cambria Math" panose="02040503050406030204" pitchFamily="18" charset="0"/>
                <a:ea typeface="Cambria Math" panose="02040503050406030204" pitchFamily="18" charset="0"/>
                <a:cs typeface="Times New Roman" panose="02020603050405020304" pitchFamily="18" charset="0"/>
              </a:rPr>
              <a:t>Simple and better communication to promote collaboration between the sign language user  and an individual in real-time .</a:t>
            </a:r>
          </a:p>
          <a:p>
            <a:pPr marR="0" algn="just">
              <a:lnSpc>
                <a:spcPct val="107000"/>
              </a:lnSpc>
              <a:spcBef>
                <a:spcPts val="0"/>
              </a:spcBef>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Rounded Rectangle 32"/>
          <p:cNvSpPr/>
          <p:nvPr/>
        </p:nvSpPr>
        <p:spPr>
          <a:xfrm>
            <a:off x="26315257" y="5264881"/>
            <a:ext cx="6722035" cy="1295400"/>
          </a:xfrm>
          <a:prstGeom prst="roundRect">
            <a:avLst/>
          </a:prstGeom>
        </p:spPr>
        <p:style>
          <a:lnRef idx="1">
            <a:schemeClr val="accent6"/>
          </a:lnRef>
          <a:fillRef idx="2">
            <a:schemeClr val="accent6"/>
          </a:fillRef>
          <a:effectRef idx="1">
            <a:schemeClr val="accent6"/>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RESULT ANALYSIS</a:t>
            </a:r>
          </a:p>
        </p:txBody>
      </p:sp>
      <p:sp>
        <p:nvSpPr>
          <p:cNvPr id="6" name="Rounded Rectangle 27">
            <a:extLst>
              <a:ext uri="{FF2B5EF4-FFF2-40B4-BE49-F238E27FC236}">
                <a16:creationId xmlns:a16="http://schemas.microsoft.com/office/drawing/2014/main" id="{7D4CDA07-C23E-895C-805D-49207DA70EA2}"/>
              </a:ext>
            </a:extLst>
          </p:cNvPr>
          <p:cNvSpPr/>
          <p:nvPr/>
        </p:nvSpPr>
        <p:spPr>
          <a:xfrm>
            <a:off x="23037820" y="15628934"/>
            <a:ext cx="13036744" cy="11281574"/>
          </a:xfrm>
          <a:prstGeom prst="roundRect">
            <a:avLst/>
          </a:prstGeom>
        </p:spPr>
        <p:style>
          <a:lnRef idx="2">
            <a:schemeClr val="dk1"/>
          </a:lnRef>
          <a:fillRef idx="1">
            <a:schemeClr val="lt1"/>
          </a:fillRef>
          <a:effectRef idx="0">
            <a:schemeClr val="dk1"/>
          </a:effectRef>
          <a:fontRef idx="minor">
            <a:schemeClr val="dk1"/>
          </a:fontRef>
        </p:style>
        <p:txBody>
          <a:bodyPr lIns="91422" tIns="45713" rIns="91422" bIns="45713" rtlCol="0" anchor="ctr"/>
          <a:lstStyle/>
          <a:p>
            <a:pPr algn="just"/>
            <a:endParaRPr lang="en-US" sz="3500" dirty="0">
              <a:latin typeface="Cambria Math" pitchFamily="18" charset="0"/>
              <a:ea typeface="Cambria Math" pitchFamily="18" charset="0"/>
            </a:endParaRPr>
          </a:p>
        </p:txBody>
      </p:sp>
      <p:sp>
        <p:nvSpPr>
          <p:cNvPr id="7" name="Rounded Rectangle 28">
            <a:extLst>
              <a:ext uri="{FF2B5EF4-FFF2-40B4-BE49-F238E27FC236}">
                <a16:creationId xmlns:a16="http://schemas.microsoft.com/office/drawing/2014/main" id="{A08FA633-2650-062D-12C4-F79A63B73657}"/>
              </a:ext>
            </a:extLst>
          </p:cNvPr>
          <p:cNvSpPr/>
          <p:nvPr/>
        </p:nvSpPr>
        <p:spPr>
          <a:xfrm>
            <a:off x="26206428" y="14981234"/>
            <a:ext cx="6722035" cy="1295400"/>
          </a:xfrm>
          <a:prstGeom prst="roundRect">
            <a:avLst/>
          </a:prstGeom>
        </p:spPr>
        <p:style>
          <a:lnRef idx="1">
            <a:schemeClr val="dk1"/>
          </a:lnRef>
          <a:fillRef idx="2">
            <a:schemeClr val="dk1"/>
          </a:fillRef>
          <a:effectRef idx="1">
            <a:schemeClr val="dk1"/>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USER INTERFACE</a:t>
            </a:r>
          </a:p>
        </p:txBody>
      </p:sp>
      <p:sp>
        <p:nvSpPr>
          <p:cNvPr id="39" name="Rounded Rectangle 27">
            <a:extLst>
              <a:ext uri="{FF2B5EF4-FFF2-40B4-BE49-F238E27FC236}">
                <a16:creationId xmlns:a16="http://schemas.microsoft.com/office/drawing/2014/main" id="{F8E9F63C-7220-4880-56E8-6688D2FFB084}"/>
              </a:ext>
            </a:extLst>
          </p:cNvPr>
          <p:cNvSpPr/>
          <p:nvPr/>
        </p:nvSpPr>
        <p:spPr>
          <a:xfrm>
            <a:off x="23446744" y="28924039"/>
            <a:ext cx="13091156" cy="13504280"/>
          </a:xfrm>
          <a:prstGeom prst="roundRect">
            <a:avLst/>
          </a:prstGeom>
        </p:spPr>
        <p:style>
          <a:lnRef idx="2">
            <a:schemeClr val="accent5"/>
          </a:lnRef>
          <a:fillRef idx="1">
            <a:schemeClr val="lt1"/>
          </a:fillRef>
          <a:effectRef idx="0">
            <a:schemeClr val="accent5"/>
          </a:effectRef>
          <a:fontRef idx="minor">
            <a:schemeClr val="dk1"/>
          </a:fontRef>
        </p:style>
        <p:txBody>
          <a:bodyPr lIns="91422" tIns="45713" rIns="91422" bIns="45713" rtlCol="0" anchor="t"/>
          <a:lstStyle/>
          <a:p>
            <a:pPr algn="just"/>
            <a:r>
              <a:rPr lang="en-US" sz="3200" b="1" dirty="0"/>
              <a:t>Based on our experience working on the sign language identification app using deep learning and </a:t>
            </a:r>
            <a:r>
              <a:rPr lang="en-US" sz="3200" b="1" dirty="0" err="1"/>
              <a:t>MediaPipe</a:t>
            </a:r>
            <a:r>
              <a:rPr lang="en-US" sz="3200" b="1" dirty="0"/>
              <a:t>, here are some conclusions drawn from our project: </a:t>
            </a:r>
          </a:p>
          <a:p>
            <a:pPr algn="just"/>
            <a:r>
              <a:rPr lang="en-US" sz="3200" b="1" dirty="0"/>
              <a:t> Effective Model Selection: We found that choosing the right deep learning model architecture significantly influenced the app's performance. Models combining convolutional and recurrent neural networks proved effective for recognizing complex sign gestures with reasonable accuracy and real-time processing capability.</a:t>
            </a:r>
          </a:p>
          <a:p>
            <a:pPr algn="just"/>
            <a:r>
              <a:rPr lang="en-US" sz="3200" b="1" dirty="0"/>
              <a:t> 2. Data Diversity is Key: One of the critical conclusions was the importance of diverse and well-annotated datasets. We realized that training our models on a wide variety of sign languages, dialects, and signing styles was crucial for improving generalization and accuracy across different user scenarios.</a:t>
            </a:r>
          </a:p>
          <a:p>
            <a:pPr algn="just"/>
            <a:r>
              <a:rPr lang="en-US" sz="3200" b="1" dirty="0"/>
              <a:t> 3. Optimization Challenges: Implementing </a:t>
            </a:r>
            <a:r>
              <a:rPr lang="en-US" sz="3200" b="1" dirty="0" err="1"/>
              <a:t>MediaPipe</a:t>
            </a:r>
            <a:r>
              <a:rPr lang="en-US" sz="3200" b="1" dirty="0"/>
              <a:t> for real-time hand and gesture detection presented several optimization challenges, particularly in ensuring smooth performance on mobile devices. We focused on optimizing model inference speed without compromising accuracy, leveraging techniques like model quantization and hardware acceleration.</a:t>
            </a:r>
          </a:p>
          <a:p>
            <a:pPr algn="just"/>
            <a:r>
              <a:rPr lang="en-US" sz="3200" b="1" dirty="0"/>
              <a:t> 4. User-Centric Design: User feedback played a pivotal role in shaping the app's development. Understanding how users interacted with the app, their preferences for gesture recognition accuracy versus response time, and their feedback on the user interface guided iterative improvements to enhance overall usability and satisfaction</a:t>
            </a:r>
            <a:r>
              <a:rPr lang="en-US" sz="3200" dirty="0"/>
              <a:t>.</a:t>
            </a:r>
            <a:endParaRPr lang="en-US" sz="3200" dirty="0">
              <a:latin typeface="Cambria Math" pitchFamily="18" charset="0"/>
              <a:ea typeface="Cambria Math" pitchFamily="18" charset="0"/>
            </a:endParaRPr>
          </a:p>
        </p:txBody>
      </p:sp>
      <p:sp>
        <p:nvSpPr>
          <p:cNvPr id="40" name="Rounded Rectangle 28">
            <a:extLst>
              <a:ext uri="{FF2B5EF4-FFF2-40B4-BE49-F238E27FC236}">
                <a16:creationId xmlns:a16="http://schemas.microsoft.com/office/drawing/2014/main" id="{F1198D19-D3B9-BC7D-2943-F153D877FB19}"/>
              </a:ext>
            </a:extLst>
          </p:cNvPr>
          <p:cNvSpPr/>
          <p:nvPr/>
        </p:nvSpPr>
        <p:spPr>
          <a:xfrm>
            <a:off x="26354661" y="28149502"/>
            <a:ext cx="6722035" cy="1295400"/>
          </a:xfrm>
          <a:prstGeom prst="roundRect">
            <a:avLst/>
          </a:prstGeom>
        </p:spPr>
        <p:style>
          <a:lnRef idx="1">
            <a:schemeClr val="accent5"/>
          </a:lnRef>
          <a:fillRef idx="2">
            <a:schemeClr val="accent5"/>
          </a:fillRef>
          <a:effectRef idx="1">
            <a:schemeClr val="accent5"/>
          </a:effectRef>
          <a:fontRef idx="minor">
            <a:schemeClr val="dk1"/>
          </a:fontRef>
        </p:style>
        <p:txBody>
          <a:bodyPr lIns="91422" tIns="45713" rIns="91422" bIns="45713" rtlCol="0" anchor="ctr"/>
          <a:lstStyle/>
          <a:p>
            <a:pPr algn="ctr"/>
            <a:r>
              <a:rPr lang="en-US" sz="4000" dirty="0">
                <a:latin typeface="Cambria Math" pitchFamily="18" charset="0"/>
                <a:ea typeface="Cambria Math" pitchFamily="18" charset="0"/>
              </a:rPr>
              <a:t>CONCLUSION</a:t>
            </a:r>
          </a:p>
        </p:txBody>
      </p:sp>
      <p:pic>
        <p:nvPicPr>
          <p:cNvPr id="35" name="Content Placeholder 4">
            <a:extLst>
              <a:ext uri="{FF2B5EF4-FFF2-40B4-BE49-F238E27FC236}">
                <a16:creationId xmlns:a16="http://schemas.microsoft.com/office/drawing/2014/main" id="{7756C2FC-22DD-4717-8008-0A20B60038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99116" y="15495305"/>
            <a:ext cx="10427484" cy="7058766"/>
          </a:xfrm>
          <a:prstGeom prst="rect">
            <a:avLst/>
          </a:prstGeom>
        </p:spPr>
      </p:pic>
      <p:pic>
        <p:nvPicPr>
          <p:cNvPr id="3" name="Picture 2">
            <a:extLst>
              <a:ext uri="{FF2B5EF4-FFF2-40B4-BE49-F238E27FC236}">
                <a16:creationId xmlns:a16="http://schemas.microsoft.com/office/drawing/2014/main" id="{A51E12C3-4061-4A23-B18A-21BA414441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700270" y="17472551"/>
            <a:ext cx="5638267" cy="8733728"/>
          </a:xfrm>
          <a:prstGeom prst="rect">
            <a:avLst/>
          </a:prstGeom>
        </p:spPr>
      </p:pic>
      <p:pic>
        <p:nvPicPr>
          <p:cNvPr id="5" name="Picture 4">
            <a:extLst>
              <a:ext uri="{FF2B5EF4-FFF2-40B4-BE49-F238E27FC236}">
                <a16:creationId xmlns:a16="http://schemas.microsoft.com/office/drawing/2014/main" id="{1D6F21C0-A7D9-4C60-9C79-0B9849F34E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992322" y="17472551"/>
            <a:ext cx="3972464" cy="4345948"/>
          </a:xfrm>
          <a:prstGeom prst="rect">
            <a:avLst/>
          </a:prstGeom>
        </p:spPr>
      </p:pic>
      <p:pic>
        <p:nvPicPr>
          <p:cNvPr id="10" name="Picture 9">
            <a:extLst>
              <a:ext uri="{FF2B5EF4-FFF2-40B4-BE49-F238E27FC236}">
                <a16:creationId xmlns:a16="http://schemas.microsoft.com/office/drawing/2014/main" id="{C361E140-9BCB-4E29-AA6C-302084B4732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000987" y="22033861"/>
            <a:ext cx="3972465" cy="41842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4538</TotalTime>
  <Words>1010</Words>
  <Application>Microsoft Office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Readex Pro</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ELLA</dc:creator>
  <cp:lastModifiedBy>Emma Kofi</cp:lastModifiedBy>
  <cp:revision>233</cp:revision>
  <dcterms:created xsi:type="dcterms:W3CDTF">2023-08-26T23:51:10Z</dcterms:created>
  <dcterms:modified xsi:type="dcterms:W3CDTF">2024-09-03T08:28:56Z</dcterms:modified>
</cp:coreProperties>
</file>